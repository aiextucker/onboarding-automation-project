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client-logo.png" /></ns0: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  <ns0:pic>
        <ns0:nvPicPr>
          <ns0:cNvPr id="8" name="Client Logo" descr="Client logo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6500000" y="1770000"/>
            <ns1:ext cx="1920240" cy="576072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