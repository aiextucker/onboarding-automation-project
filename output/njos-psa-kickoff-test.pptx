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297454"/>
          </ns1:xfrm>
          <ns1:prstGeom prst="rect">
            <ns1:avLst/>
          </ns1:prstGeom>
        </ns0:spPr>
        <ns0:txBody>
          <ns1:bodyPr wrap="square"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dirty="0">
                <ns1:solidFill>
                  <ns1:srgbClr val="FFFFFF"/>
                </ns1:solidFill>
                <ns1:highlight>
                  <ns1:srgbClr val="00FF00"/>
                </ns1:highlight>
                <ns1:latin typeface="Montserrat"/>
                <ns1:ea typeface="Montserrat"/>
                <ns1:cs typeface="Montserrat"/>
                <ns1:sym typeface="Montserrat"/>
              </ns1:rPr>
              <ns1:t>New Jersey Office Systems</ns1:t>
            </ns1: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Onboarding Kick-off Call</ns1:t>
            </ns1:r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178301"/>
            <ns1:ext cx="4791079" cy="284758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sz="1400" dirty="0">
                <ns1:solidFill>
                  <ns1:srgbClr val="FFFFFF"/>
                </ns1:solidFill>
                <ns1:highlight>
                  <ns1:srgbClr val="00FF00"/>
                </ns1:highlight>
                <ns1:latin typeface="Montserrat"/>
                <ns1:ea typeface="Montserrat"/>
                <ns1:cs typeface="Montserrat"/>
                <ns1:sym typeface="Montserrat"/>
              </ns1:rPr>
              <ns1:t>TBD - not set in sales brief</ns1:t>
            </ns1:r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E-Automate is cumbersome, freezes frequently, and has too many workflow steps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Mobile app issues and split billing/collections make service and AR visibility harder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Rev.io PSA gives NJOS a simpler shared workspace for tickets, work orders, and field activity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operational visibility across service, billing context, payments, and customer follow-up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549946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TBD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Standard Licenses at $</ns1:t>
              </ns1:r>
              <ns1:r>
                <ns1:rPr lang="en-US" sz="1300" dirty="0">
                  <ns1:solidFill>
                    <ns1:srgbClr val="F8F8F8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TBD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TBD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Field Licenses at $</ns1:t>
              </ns1:r>
              <ns1:r>
                <ns1:rPr lang="en-US" sz="1300" dirty="0">
                  <ns1:solidFill>
                    <ns1:srgbClr val="F8F8F8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TBD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TBD - contract start not in sales brief</ns1:t>
              </ns1:r>
              <ns1:endParaRPr lang="en-US" sz="1300" dirty="0">
                <ns1:highlight>
                  <ns1:srgbClr val="00FF00"/>
                </ns1:highlight>
              </ns1:endParaRPr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Instance URL:  </ns1:t>
              </ns1:r>
              <ns1:r>
                <ns1:rPr lang="en-US" sz="1400" i="1" dirty="0">
                  <ns1:solidFill>
                    <ns1:srgbClr val="FFFFFF"/>
                  </ns1:solidFill>
                  <ns1:highlight>
                    <ns1:srgbClr val="00FF00"/>
                  </ns1:highlight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TBD - instance URL not in sales brief</ns1:t>
              </ns1:r>
              <ns1:endParaRPr lang="en-US" sz="1400" i="1" dirty="0">
                <ns1:highlight>
                  <ns1:srgbClr val="00FF00"/>
                </ns1:highlight>
              </ns1:endParaRPr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Mobile App</ns1:t>
              </ns1:r>
              <ns1:endParaRPr lang="en-US" sz="1200" dirty="0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Rev.io Payments</ns1:t>
              </ns1:r>
              <ns1:endParaRPr lang="en-US" sz="1200" dirty="0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 dirty="0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Inventory</ns1:t>
              </ns1:r>
              <ns1:endParaRPr lang="en-US" sz="1200" dirty="0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Project Management</ns1:t>
              </ns1:r>
              <ns1:endParaRPr lang="en-US" sz="1200" dirty="0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2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