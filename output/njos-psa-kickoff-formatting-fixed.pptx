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>
                <ns1:solidFill>
                  <ns1:srgbClr val="6EBE4F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 sz="1300" dirty="0">
                <ns1:highlight>
                  <ns1:srgbClr val="00FF00"/>
                </ns1:highlight>
              </ns1:endParaRPr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Instance URL:  </ns1:t>
              </ns1:r>
              <ns1:r>
                <ns1:rPr lang="en-US" sz="1400" i="1" dirty="0">
                  <ns1:latin typeface="Montserrat" pitchFamily="34" charset="0"/>
                  <ns1:ea typeface="Montserrat" pitchFamily="34" charset="-122"/>
                  <ns1:cs typeface="Montserrat" pitchFamily="34" charset="-120"/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 sz="1400" i="1" dirty="0">
                <ns1:highlight>
                  <ns1:srgbClr val="00FF00"/>
                </ns1:highlight>
              </ns1:endParaRPr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